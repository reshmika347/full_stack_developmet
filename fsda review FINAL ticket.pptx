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2" d="100"/>
          <a:sy n="32" d="100"/>
        </p:scale>
        <p:origin x="19" y="93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  </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Date:06-05-2026</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M.Reshmika</a:t>
            </a:r>
            <a:r>
              <a:rPr lang="en-US" sz="3000" dirty="0">
                <a:latin typeface="Cambria" panose="02040503050406030204" pitchFamily="18" charset="0"/>
                <a:ea typeface="Cambria" panose="02040503050406030204" pitchFamily="18" charset="0"/>
              </a:rPr>
              <a:t> – VTU25804– 23UECS0330</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8686800" y="7818586"/>
            <a:ext cx="9172839"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           Courses Handling Faculty:</a:t>
            </a:r>
          </a:p>
          <a:p>
            <a:pPr>
              <a:lnSpc>
                <a:spcPct val="150000"/>
              </a:lnSpc>
            </a:pP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Dr.M.SUMITHRA</a:t>
            </a:r>
            <a:r>
              <a:rPr lang="en-US" sz="3000" dirty="0">
                <a:latin typeface="Cambria" panose="02040503050406030204" pitchFamily="18" charset="0"/>
                <a:ea typeface="Cambria" panose="02040503050406030204" pitchFamily="18" charset="0"/>
              </a:rPr>
              <a:t> –ASSISTANT PROFESSOR(SG)</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1360002" y="6922648"/>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
        <p:nvSpPr>
          <p:cNvPr id="3" name="TextBox 2"/>
          <p:cNvSpPr txBox="1"/>
          <p:nvPr/>
        </p:nvSpPr>
        <p:spPr>
          <a:xfrm rot="10800000" flipV="1">
            <a:off x="2514597" y="5732596"/>
            <a:ext cx="11887202" cy="584775"/>
          </a:xfrm>
          <a:prstGeom prst="rect">
            <a:avLst/>
          </a:prstGeom>
          <a:noFill/>
        </p:spPr>
        <p:txBody>
          <a:bodyPr wrap="square">
            <a:spAutoFit/>
          </a:bodyPr>
          <a:lstStyle/>
          <a:p>
            <a:r>
              <a:rPr lang="en-US" sz="3200" b="1" dirty="0">
                <a:solidFill>
                  <a:srgbClr val="000000"/>
                </a:solidFill>
                <a:latin typeface="Times New Roman" panose="02020603050405020304" pitchFamily="18" charset="0"/>
                <a:cs typeface="Times New Roman" panose="02020603050405020304" pitchFamily="18" charset="0"/>
              </a:rPr>
              <a:t>                               EVENT TICKET BOOKING SYSTEM</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057399" y="2171700"/>
            <a:ext cx="15087601" cy="6001643"/>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The management of campus events in many institutions is often handled manually, leading to issues such as poor coordination, ticket mismanagement, and lack of real-time updates. This creates inconvenience for both organizers and participants. Hence, there is a need for a centralized digital system to streamline event operations. The proposed project, addresses these challenges by providing an efficient platform for event creation, ticket booking, and management. It is important as it enhances user experience, reduces manual effort, and ensures accurate record maintenance. In real-world scenarios, such systems are widely used in universities, conferences, and large-scale events. EVENTSYS is a dynamic web-based application that enables users to browse events, book tickets, and receive instant confirmations, while administrators can manage events and monitor bookings effectively.</a:t>
            </a:r>
            <a:endParaRPr lang="en-IN" sz="3200" dirty="0">
              <a:latin typeface="Times New Roman" panose="02020603050405020304" pitchFamily="18" charset="0"/>
              <a:cs typeface="Times New Roman" panose="02020603050405020304" pitchFamily="18" charset="0"/>
            </a:endParaRPr>
          </a:p>
          <a:p>
            <a:pPr algn="just"/>
            <a:endParaRPr lang="en-US" sz="3200" dirty="0"/>
          </a:p>
          <a:p>
            <a:pPr algn="just"/>
            <a:r>
              <a:rPr lang="en-US"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33600" y="2324100"/>
            <a:ext cx="15158525" cy="9633406"/>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management of campus events in many institutions is often handled manually, leading to issues such as poor coordination, ticket mismanagement, and lack of real-time updates. This creates inconvenience for both organizers and participants. Hence, there is a need for a centralized digital system to streamline event operations. The proposed project, addresses these challenges by providing an efficient platform for event creation, ticket booking, and management. It is important as it enhances user experience, reduces manual effort, and ensures accurate record maintenance. In real-world scenarios, such systems are widely used in universities, conferences, and large-scale events. EVENTSYS is a dynamic web-based application that enables users to browse events, book tickets, and receive instant confirmations, while administrators can manage events and monitor bookings effectively.</a:t>
            </a:r>
            <a:endParaRPr lang="en-IN" sz="2800" dirty="0">
              <a:latin typeface="Times New Roman" panose="02020603050405020304" pitchFamily="18" charset="0"/>
              <a:cs typeface="Times New Roman" panose="02020603050405020304" pitchFamily="18" charset="0"/>
            </a:endParaRPr>
          </a:p>
          <a:p>
            <a:pPr algn="just"/>
            <a:endParaRPr lang="en-US" sz="2800" dirty="0"/>
          </a:p>
          <a:p>
            <a:pPr algn="just"/>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3"/>
          <p:cNvSpPr txBox="1"/>
          <p:nvPr/>
        </p:nvSpPr>
        <p:spPr>
          <a:xfrm>
            <a:off x="2743200" y="2171700"/>
            <a:ext cx="13716000" cy="255454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develop a centralized platform to manage campus events efficiently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 users to view events, book tickets, and get instant confirmations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 admins with tools to create, update, and monitor events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design a scalable and efficient backend system using microservices architecture and a MySQL database for secure data management.</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590800" y="2247900"/>
            <a:ext cx="14554200" cy="452431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a centralized web platform for managing all campus events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Allows users to easily browse events and book tickets online Enables real-time updates on event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Details and ticket availability Automates booking confirmation through instant notifications.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real-time event details, seat availability, and booking status to users.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Reduces manual errors and improves data accuracy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Simplifies event management for administrators with a dedicated dashboard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Enhances user experience with a smooth and interactive interface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descr="Generated image"/>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AutoShape 4" descr="Generated image"/>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3" name="Text Box 32"/>
          <p:cNvSpPr txBox="1"/>
          <p:nvPr/>
        </p:nvSpPr>
        <p:spPr>
          <a:xfrm>
            <a:off x="2125345" y="7052945"/>
            <a:ext cx="14110970" cy="2525395"/>
          </a:xfrm>
          <a:prstGeom prst="rect">
            <a:avLst/>
          </a:prstGeom>
        </p:spPr>
        <p:txBody>
          <a:bodyPr>
            <a:noAutofit/>
          </a:bodyPr>
          <a:lstStyle/>
          <a:p>
            <a:pPr marL="88900" indent="222250" algn="just" defTabSz="266700">
              <a:lnSpc>
                <a:spcPct val="167000"/>
              </a:lnSpc>
              <a:spcBef>
                <a:spcPct val="0"/>
              </a:spcBef>
              <a:spcAft>
                <a:spcPct val="0"/>
              </a:spcAft>
            </a:pPr>
            <a:endParaRPr sz="2400">
              <a:latin typeface="Times New Roman" panose="02020603050405020304"/>
              <a:ea typeface="Times New Roman" panose="02020603050405020304"/>
            </a:endParaRPr>
          </a:p>
        </p:txBody>
      </p:sp>
      <p:pic>
        <p:nvPicPr>
          <p:cNvPr id="4" name="Picture 3">
            <a:extLst>
              <a:ext uri="{FF2B5EF4-FFF2-40B4-BE49-F238E27FC236}">
                <a16:creationId xmlns:a16="http://schemas.microsoft.com/office/drawing/2014/main" id="{59AE5011-E803-9474-A99A-3CDE7C63F5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65" y="1486633"/>
            <a:ext cx="11092669" cy="79240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CF10CBF0-5828-EBB3-C97E-BD26012DAE1A}"/>
              </a:ext>
            </a:extLst>
          </p:cNvPr>
          <p:cNvPicPr>
            <a:picLocks noChangeAspect="1"/>
          </p:cNvPicPr>
          <p:nvPr/>
        </p:nvPicPr>
        <p:blipFill>
          <a:blip r:embed="rId3"/>
          <a:srcRect t="8038"/>
          <a:stretch>
            <a:fillRect/>
          </a:stretch>
        </p:blipFill>
        <p:spPr>
          <a:xfrm>
            <a:off x="2209800" y="1409700"/>
            <a:ext cx="15342612" cy="78999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849600" cy="7355860"/>
          </a:xfrm>
          <a:prstGeom prst="rect">
            <a:avLst/>
          </a:prstGeom>
          <a:noFill/>
        </p:spPr>
        <p:txBody>
          <a:bodyPr wrap="square" rtlCol="0">
            <a:spAutoFit/>
          </a:bodyPr>
          <a:lstStyle/>
          <a:p>
            <a:endParaRPr lang="en-IN"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Frontend:</a:t>
            </a:r>
            <a:r>
              <a:rPr lang="en-IN" sz="3200" dirty="0">
                <a:latin typeface="Times New Roman" panose="02020603050405020304" pitchFamily="18" charset="0"/>
                <a:cs typeface="Times New Roman" panose="02020603050405020304" pitchFamily="18" charset="0"/>
              </a:rPr>
              <a:t> HTML, CSS, REACTJS (</a:t>
            </a:r>
            <a:r>
              <a:rPr lang="en-IN" sz="3200" b="1" dirty="0">
                <a:latin typeface="Times New Roman" panose="02020603050405020304" pitchFamily="18" charset="0"/>
                <a:cs typeface="Times New Roman" panose="02020603050405020304" pitchFamily="18" charset="0"/>
              </a:rPr>
              <a:t>VS CODE</a:t>
            </a:r>
            <a:r>
              <a:rPr lang="en-IN" sz="3200" dirty="0">
                <a:latin typeface="Times New Roman" panose="02020603050405020304" pitchFamily="18" charset="0"/>
                <a:cs typeface="Times New Roman" panose="02020603050405020304" pitchFamily="18" charset="0"/>
              </a:rPr>
              <a:t>)</a:t>
            </a:r>
          </a:p>
          <a:p>
            <a:r>
              <a:rPr lang="en-IN" sz="3200" b="1" dirty="0">
                <a:latin typeface="Times New Roman" panose="02020603050405020304" pitchFamily="18" charset="0"/>
                <a:cs typeface="Times New Roman" panose="02020603050405020304" pitchFamily="18" charset="0"/>
              </a:rPr>
              <a:t>Backend:</a:t>
            </a:r>
            <a:r>
              <a:rPr lang="en-IN" sz="3200" dirty="0">
                <a:latin typeface="Times New Roman" panose="02020603050405020304" pitchFamily="18" charset="0"/>
                <a:cs typeface="Times New Roman" panose="02020603050405020304" pitchFamily="18" charset="0"/>
              </a:rPr>
              <a:t> SPRINGBOOT WITH ORM (</a:t>
            </a:r>
            <a:r>
              <a:rPr lang="en-IN" sz="3200" b="1" dirty="0">
                <a:latin typeface="Times New Roman" panose="02020603050405020304" pitchFamily="18" charset="0"/>
                <a:cs typeface="Times New Roman" panose="02020603050405020304" pitchFamily="18" charset="0"/>
              </a:rPr>
              <a:t>ECLIPSE</a:t>
            </a:r>
            <a:r>
              <a:rPr lang="en-IN" sz="3200" dirty="0">
                <a:latin typeface="Times New Roman" panose="02020603050405020304" pitchFamily="18" charset="0"/>
                <a:cs typeface="Times New Roman" panose="02020603050405020304" pitchFamily="18" charset="0"/>
              </a:rPr>
              <a:t>)</a:t>
            </a:r>
          </a:p>
          <a:p>
            <a:r>
              <a:rPr lang="en-IN" sz="3200" b="1" dirty="0">
                <a:latin typeface="Times New Roman" panose="02020603050405020304" pitchFamily="18" charset="0"/>
                <a:cs typeface="Times New Roman" panose="02020603050405020304" pitchFamily="18" charset="0"/>
              </a:rPr>
              <a:t>API Communication:</a:t>
            </a:r>
            <a:r>
              <a:rPr lang="en-IN" sz="3200" dirty="0">
                <a:latin typeface="Times New Roman" panose="02020603050405020304" pitchFamily="18" charset="0"/>
                <a:cs typeface="Times New Roman" panose="02020603050405020304" pitchFamily="18" charset="0"/>
              </a:rPr>
              <a:t> RESTful APIs</a:t>
            </a:r>
          </a:p>
          <a:p>
            <a:r>
              <a:rPr lang="en-IN" sz="3200" b="1" dirty="0">
                <a:latin typeface="Times New Roman" panose="02020603050405020304" pitchFamily="18" charset="0"/>
                <a:cs typeface="Times New Roman" panose="02020603050405020304" pitchFamily="18" charset="0"/>
              </a:rPr>
              <a:t>Database:</a:t>
            </a:r>
            <a:r>
              <a:rPr lang="en-IN" sz="3200" dirty="0">
                <a:latin typeface="Times New Roman" panose="02020603050405020304" pitchFamily="18" charset="0"/>
                <a:cs typeface="Times New Roman" panose="02020603050405020304" pitchFamily="18" charset="0"/>
              </a:rPr>
              <a:t> MySQL</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191095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Module 1: User Management</a:t>
            </a:r>
          </a:p>
          <a:p>
            <a:pPr marL="514350" indent="-5143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Handles user registration and login for customers and admin</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secure authentication and authorization</a:t>
            </a:r>
          </a:p>
          <a:p>
            <a:r>
              <a:rPr lang="en-US" sz="3200" b="1" dirty="0">
                <a:latin typeface="Times New Roman" panose="02020603050405020304" pitchFamily="18" charset="0"/>
                <a:cs typeface="Times New Roman" panose="02020603050405020304" pitchFamily="18" charset="0"/>
              </a:rPr>
              <a:t>Module 2: Event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Allows admin to create, update, and delete event details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event information such as date, time, venue, and availability</a:t>
            </a:r>
          </a:p>
          <a:p>
            <a:r>
              <a:rPr lang="en-IN" sz="3200" b="1" dirty="0">
                <a:latin typeface="Times New Roman" panose="02020603050405020304" pitchFamily="18" charset="0"/>
                <a:cs typeface="Times New Roman" panose="02020603050405020304" pitchFamily="18" charset="0"/>
              </a:rPr>
              <a:t>Module 3: Booking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Handles ticket booking and seat selection process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Generates booking confirmation and ticket details</a:t>
            </a:r>
          </a:p>
          <a:p>
            <a:r>
              <a:rPr lang="en-US" sz="3200" b="1" dirty="0">
                <a:latin typeface="Times New Roman" panose="02020603050405020304" pitchFamily="18" charset="0"/>
                <a:cs typeface="Times New Roman" panose="02020603050405020304" pitchFamily="18" charset="0"/>
              </a:rPr>
              <a:t>Module 4: Payment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Confirms transactions and updates booking status</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Supports different payment methods</a:t>
            </a:r>
          </a:p>
          <a:p>
            <a:r>
              <a:rPr lang="en-US" sz="3200" b="1" dirty="0">
                <a:latin typeface="Times New Roman" panose="02020603050405020304" pitchFamily="18" charset="0"/>
                <a:cs typeface="Times New Roman" panose="02020603050405020304" pitchFamily="18" charset="0"/>
              </a:rPr>
              <a:t>Module 4: Database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Stores user data, event details, and booking records</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Provides efficient data retrieval and storage</a:t>
            </a:r>
          </a:p>
          <a:p>
            <a:endParaRPr lang="en-US" sz="3200" b="1"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023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86309"/>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Home page</a:t>
            </a:r>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AE7C4F9-87AA-7A1B-AEA3-8764E77B38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2257" y="2526154"/>
            <a:ext cx="14103620" cy="61863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35924"/>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612475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Login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1993831-C0D6-4270-3B7C-632E99DD2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2475171"/>
            <a:ext cx="14103620" cy="67831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3220"/>
          </a:xfrm>
          <a:prstGeom prst="rect">
            <a:avLst/>
          </a:prstGeom>
          <a:noFill/>
        </p:spPr>
        <p:txBody>
          <a:bodyPr wrap="square" rtlCol="0">
            <a:spAutoFit/>
          </a:bodyPr>
          <a:lstStyle/>
          <a:p>
            <a:r>
              <a:rPr lang="en-US" sz="2800" b="1" dirty="0"/>
              <a:t>Main module</a:t>
            </a:r>
          </a:p>
        </p:txBody>
      </p:sp>
      <p:pic>
        <p:nvPicPr>
          <p:cNvPr id="4" name="Picture 3">
            <a:extLst>
              <a:ext uri="{FF2B5EF4-FFF2-40B4-BE49-F238E27FC236}">
                <a16:creationId xmlns:a16="http://schemas.microsoft.com/office/drawing/2014/main" id="{53730795-9EC1-0969-9FC3-7A5C7ACFE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2534651"/>
            <a:ext cx="12115800" cy="66474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3220"/>
          </a:xfrm>
          <a:prstGeom prst="rect">
            <a:avLst/>
          </a:prstGeom>
          <a:noFill/>
        </p:spPr>
        <p:txBody>
          <a:bodyPr wrap="square" rtlCol="0">
            <a:spAutoFit/>
          </a:bodyPr>
          <a:lstStyle/>
          <a:p>
            <a:r>
              <a:rPr lang="en-US" sz="2800" b="1" dirty="0"/>
              <a:t>Output page</a:t>
            </a:r>
            <a:endParaRPr lang="en-IN" sz="2800" b="1" dirty="0"/>
          </a:p>
        </p:txBody>
      </p:sp>
      <p:pic>
        <p:nvPicPr>
          <p:cNvPr id="4" name="Picture 3">
            <a:extLst>
              <a:ext uri="{FF2B5EF4-FFF2-40B4-BE49-F238E27FC236}">
                <a16:creationId xmlns:a16="http://schemas.microsoft.com/office/drawing/2014/main" id="{4125FFEE-6E96-F0C4-C585-4FA6BE7213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2257" y="2475171"/>
            <a:ext cx="12823943" cy="67069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895600" y="1859697"/>
            <a:ext cx="18168256" cy="7109639"/>
          </a:xfrm>
          <a:prstGeom prst="rect">
            <a:avLst/>
          </a:prstGeom>
          <a:noFill/>
        </p:spPr>
        <p:txBody>
          <a:bodyPr wrap="square">
            <a:spAutoFit/>
          </a:bodyPr>
          <a:lstStyle/>
          <a:p>
            <a:pPr algn="just"/>
            <a:r>
              <a:rPr lang="en-IN" sz="3200" b="1" dirty="0">
                <a:latin typeface="Times New Roman" panose="02020603050405020304" pitchFamily="18" charset="0"/>
                <a:cs typeface="Times New Roman" panose="02020603050405020304" pitchFamily="18" charset="0"/>
              </a:rPr>
              <a:t>ADVANTAGES</a:t>
            </a:r>
            <a:endParaRPr lang="en-US" sz="32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24/7 online ticket booking, eliminating the need for physical queues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real-time event details and seat availability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Reduces manual errors and improves booking accuracy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Ensures secure transactions and data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Offers fast and convenient booking experience for users</a:t>
            </a:r>
          </a:p>
          <a:p>
            <a:pPr algn="just"/>
            <a:r>
              <a:rPr lang="en-IN" sz="32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Requires stable internet connection for access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Initial setup and development cost can be high</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Dependency on server availability (downtime affects users)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Security risks like cyber attacks if not properly handled</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Needs regular maintenance and updates</a:t>
            </a:r>
          </a:p>
          <a:p>
            <a:endParaRPr lang="en-US" dirty="0"/>
          </a:p>
          <a:p>
            <a:endParaRPr lang="en-US" dirty="0"/>
          </a:p>
          <a:p>
            <a:endParaRPr lang="en-US" dirty="0"/>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871</Words>
  <Application>Microsoft Office PowerPoint</Application>
  <PresentationFormat>Custom</PresentationFormat>
  <Paragraphs>265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Times New Roman</vt:lpstr>
      <vt:lpstr>Bookman Old Style</vt:lpstr>
      <vt:lpstr>Calibri</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Jahnavi Gummadi</dc:creator>
  <cp:lastModifiedBy>Reshmila M</cp:lastModifiedBy>
  <cp:revision>23</cp:revision>
  <dcterms:created xsi:type="dcterms:W3CDTF">2006-08-16T00:00:00Z</dcterms:created>
  <dcterms:modified xsi:type="dcterms:W3CDTF">2026-05-05T18:43:23Z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4D0619506CE043EE84ED92F23382E14E_13</vt:lpwstr>
  </property>
</Properties>
</file>